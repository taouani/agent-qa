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Calibri"/>
              </a:defRPr>
            </a:pPr>
            <a:r>
              <a:t>Agent-QA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QA Automation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56616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Analyze requirements. Generate test deliverables. Automate QA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Manual test case creation is slow and inconsistent across teams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QA engineers spend hours reading Jira tickets and Confluence pages to understand requirements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Test documentation drifts out of sync with actual requirements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Generating Gherkin features, Playwright specs, and API tests is repetitive work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Release notes and risk registers are often created last-minute under pressure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8C00"/>
                </a:solidFill>
                <a:latin typeface="Calibri"/>
              </a:rPr>
              <a:t>▸ </a:t>
            </a:r>
            <a:r>
              <a:rPr sz="2000">
                <a:solidFill>
                  <a:srgbClr val="FFFFFF"/>
                </a:solidFill>
                <a:latin typeface="Calibri"/>
              </a:rPr>
              <a:t>No standardized process across different git platforms (GitLab, GitHub, Azure DevOps)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is Agent-QA?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An AI-powered QA agent that analyzes Jira tickets, Confluence pages, and git changes</a:t>
            </a:r>
            <a:br/>
            <a:r>
              <a:t>to automatically generate comprehensive test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4864" cy="1828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Pure Markdown &amp;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runtime, no compilation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package manager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Works in any IDE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29184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54864" cy="18288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Multi-Platform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632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GitLab, GitHub, Azure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Jira + Confluence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118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MCP server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29184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560320"/>
            <a:ext cx="54864" cy="1828800"/>
          </a:xfrm>
          <a:prstGeom prst="rect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IDE 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632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Claude Code, Cursor, 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337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GitHub Copilot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6118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Any IDE via direct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18 commands  |  7 specialized subagents  |  8 output format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Generated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Positive, negative &amp; edge cases with Xray CSV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Test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Risk-based approach tailored to each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Test Charter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Exploratory testing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 test plan with scope, schedule,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Identified risks with mitigation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Gherkin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Given/When/Then .feature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Playwright Specs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Executable .spec.ts with Page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API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REST &amp; GraphQL test specifications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Accessibility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WCAG 2.1 AA compliance test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Release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Auto-generated from commit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+ Publish any deliverable directly to Confluence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commands/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18 multi-phase</a:t>
            </a:r>
            <a:br/>
            <a:r>
              <a:t>command definitions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rules/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74519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QA conventions</a:t>
            </a:r>
            <a:br/>
            <a:r>
              <a:t>Output standards</a:t>
            </a:r>
            <a:br/>
            <a:r>
              <a:t>MCP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B6BFF"/>
                </a:solidFill>
                <a:latin typeface="Calibri"/>
              </a:defRPr>
            </a:pPr>
            <a:r>
              <a:t>agents/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74519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7 specialized</a:t>
            </a:r>
            <a:br/>
            <a:r>
              <a:t>subagents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framework/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Git platform</a:t>
            </a:r>
            <a:br/>
            <a:r>
              <a:t>abstractions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formats/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Confluence, Gherkin</a:t>
            </a:r>
            <a:br/>
            <a:r>
              <a:t>Playwright, Xray</a:t>
            </a:r>
            <a:br/>
            <a:r>
              <a:t>API, A11y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291840"/>
            <a:ext cx="219456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7A"/>
                </a:solidFill>
                <a:latin typeface="Calibri"/>
              </a:defRPr>
            </a:pPr>
            <a:r>
              <a:t>ide/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7947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Claude, Cursor</a:t>
            </a:r>
            <a:br/>
            <a:r>
              <a:t>VS Code,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291840"/>
            <a:ext cx="466344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MCP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7947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Atlassian MCP (Jira + Confluence)</a:t>
            </a:r>
            <a:br/>
            <a:r>
              <a:t>Repository MCP (GitLab / GitHub / Azure DevOps)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Everything lives under agent-qa/ — zero runtime dependencies, pure markdown &amp; YAML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Command Dependency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9144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analyze-requirements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Root command — 8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All generators depend on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2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generate-test-cases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7373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Calibri"/>
              </a:defRPr>
            </a:pPr>
            <a:r>
              <a:t>generate-test-strategy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945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240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6BFF"/>
                </a:solidFill>
                <a:latin typeface="Calibri"/>
              </a:defRPr>
            </a:pPr>
            <a:r>
              <a:t>generate-test-plan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6517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97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generate-risk-register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1089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154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generate-test-charter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5661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611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Calibri"/>
              </a:defRPr>
            </a:pPr>
            <a:r>
              <a:t>generate-test-data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2801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6BFF"/>
                </a:solidFill>
                <a:latin typeface="Calibri"/>
              </a:defRPr>
            </a:pPr>
            <a:r>
              <a:t>generate-gherkin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7373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6BFF"/>
                </a:solidFill>
                <a:latin typeface="Calibri"/>
              </a:defRPr>
            </a:pPr>
            <a:r>
              <a:t>generate-playwright-tests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21945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240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6BFF"/>
                </a:solidFill>
                <a:latin typeface="Calibri"/>
              </a:defRPr>
            </a:pPr>
            <a:r>
              <a:t>generate-api-tests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265176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B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697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6BFF"/>
                </a:solidFill>
                <a:latin typeface="Calibri"/>
              </a:defRPr>
            </a:pPr>
            <a:r>
              <a:t>generate-accessibility-tests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114800"/>
            <a:ext cx="3657600" cy="7315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4800"/>
            <a:ext cx="54864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51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analyze-commits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 phases — Git history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8C00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11480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generate-release-notes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87A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4114800"/>
            <a:ext cx="2926080" cy="384048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Calibri"/>
              </a:defRPr>
            </a:pPr>
            <a:r>
              <a:t>publish-to-confluence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Specialized Subagents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Requirements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Jira/Confluence analysis, language detection, requirement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84832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84832"/>
            <a:ext cx="54864" cy="5943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Test Case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Positive/negative/edge case design, Xray CSV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98064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98064"/>
            <a:ext cx="54864" cy="594360"/>
          </a:xfrm>
          <a:prstGeom prst="rect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Gherkin 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00984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Maps test cases to Given/When/Then .feature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11296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11296"/>
            <a:ext cx="54864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484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Playwright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14216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Generates .spec.ts files with Page Object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24528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24528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API Test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2744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REST &amp; GraphQL API test specifications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54864" cy="5943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749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Accessibility 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WCAG 2.1 AA compliance test case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50992"/>
            <a:ext cx="10515600" cy="59436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50992"/>
            <a:ext cx="54864" cy="594360"/>
          </a:xfrm>
          <a:prstGeom prst="rect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78815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Confluence Publisher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15391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Converts deliverables to Confluence format, publishes via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46304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Run project-install.sh with your IDE flag</a:t>
            </a:r>
            <a:br/>
            <a:r>
              <a:t>(Claude, Cursor, VS Code, Copilot)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8" name="Oval 7"/>
          <p:cNvSpPr/>
          <p:nvPr/>
        </p:nvSpPr>
        <p:spPr>
          <a:xfrm>
            <a:off x="3337560" y="1463040"/>
            <a:ext cx="548640" cy="548640"/>
          </a:xfrm>
          <a:prstGeom prst="ellipse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7A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Set git platform, Jira project, Confluence</a:t>
            </a:r>
            <a:br/>
            <a:r>
              <a:t>space in agent-qa/config.yml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2" name="Oval 11"/>
          <p:cNvSpPr/>
          <p:nvPr/>
        </p:nvSpPr>
        <p:spPr>
          <a:xfrm>
            <a:off x="5623560" y="1463040"/>
            <a:ext cx="548640" cy="548640"/>
          </a:xfrm>
          <a:prstGeom prst="ellipse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B6B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Run /analyze-requirements with a Jira ticket</a:t>
            </a:r>
            <a:br/>
            <a:r>
              <a:t>or JQL filter to extract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6" name="Oval 15"/>
          <p:cNvSpPr/>
          <p:nvPr/>
        </p:nvSpPr>
        <p:spPr>
          <a:xfrm>
            <a:off x="7909560" y="146304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Run any generate command — test cases,</a:t>
            </a:r>
            <a:br/>
            <a:r>
              <a:t>strategy, Gherkin, Playwright, etc.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0" name="Oval 19"/>
          <p:cNvSpPr/>
          <p:nvPr/>
        </p:nvSpPr>
        <p:spPr>
          <a:xfrm>
            <a:off x="10195560" y="146304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Optionally publish deliverables directly</a:t>
            </a:r>
            <a:br/>
            <a:r>
              <a:t>to Confluence via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/analyze-requirements PROJ-1234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/generate-test-cases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/generate-playwright-tests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IDE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Slash commands + rules + agents +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 native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0292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4864" cy="6400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Rules + Claude slash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Rule-based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0292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54864" cy="640080"/>
          </a:xfrm>
          <a:prstGeom prst="rect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Settings + tasks + extensions +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Task runner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0292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54864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File references via @agent-qa/commands/...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Reference-based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59"/>
            <a:ext cx="50292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80559"/>
            <a:ext cx="54864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17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Any Other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8347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Direct file reference to commands/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Manual invocation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A"/>
                </a:solidFill>
                <a:latin typeface="Calibri"/>
              </a:defRPr>
            </a:pPr>
            <a:r>
              <a:t>Install with:  ./scripts/project-install.sh --ide claude,cursor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Output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4572000" cy="41148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agent-qa/2026-03-09-PROJ-1234/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requirements/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test-cases/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test-strategy/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test-charter/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test-plan/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risk-register/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gherkin/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playwright/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├── release-notes/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091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└── commits/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Primary output format for all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CSV / Xray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Jira Xray-compatible import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Confluence XHTML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Ready-to-publish storage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.feature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Gherkin BDD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.spec.ts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Playwright executable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Generate comprehensive test documentation in minutes, not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21408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21408"/>
            <a:ext cx="54864" cy="6400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Standardized output across all projects and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71215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71215"/>
            <a:ext cx="54864" cy="640080"/>
          </a:xfrm>
          <a:prstGeom prst="rect">
            <a:avLst/>
          </a:prstGeom>
          <a:solidFill>
            <a:srgbClr val="A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08375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6B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74135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test case links back to requirements via TC-{KEY}-{NNN} 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21023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21023"/>
            <a:ext cx="54864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5818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Automatic language detection — deliverables match requirement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70831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70831"/>
            <a:ext cx="54864" cy="640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0799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Zero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73751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Pure markdown &amp; YAML — no builds, no dependencies, no 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10515600" cy="6400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54864" cy="6400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7A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5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Plug into any IDE, any git platform, any CI/CD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1. Base Install (one-time per machine)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601200" cy="4572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./scripts/base-install.sh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2. Project Install (per project)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9601200" cy="4572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./scripts/project-install.sh --ide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3. Configure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06240"/>
            <a:ext cx="9601200" cy="4572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Edit agent-qa/config.yml  —  set platform, project ID, Confluence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4.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60"/>
            <a:ext cx="9601200" cy="4572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7A"/>
                </a:solidFill>
                <a:latin typeface="Calibri"/>
              </a:defRPr>
            </a:pPr>
            <a:r>
              <a:t>$ /analyze-requirements PROJ-1234  →  /generate-test-cases  →  /generate-playwright-tests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Calibri"/>
              </a:defRPr>
            </a:pPr>
            <a:r>
              <a:t>Agent-QA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QA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106984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8C00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